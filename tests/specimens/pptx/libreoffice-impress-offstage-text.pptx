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4A7F80-3243-464D-BCB2-6CD2C598BC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l-PL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l-PL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l-PL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l-PL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l-PL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48875E1-017E-459B-AA45-C7DE7F4681C9}" type="slidenum"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720000" y="720000"/>
            <a:ext cx="5040000" cy="43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Award notice for the panel.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12240000" y="720000"/>
            <a:ext cx="5040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Cut from the talk: reserve bidder is Wykonawca B.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8640000" y="2160000"/>
            <a:ext cx="5040000" cy="43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Overhanging the right edge.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pl-PL</dc:language>
  <cp:lastModifiedBy>Marek Zapasowy-Przyklad</cp:lastModifiedBy>
  <cp:revision>0</cp:revision>
  <dc:subject/>
  <dc:title/>
</cp:coreProperties>
</file>
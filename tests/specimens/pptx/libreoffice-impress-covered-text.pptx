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F93632-AF44-44AC-9C35-CA3091057E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l-PL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l-PL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l-PL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AAA72E3-17DD-4171-AADA-D639FA137360}" type="slidenum"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720000"/>
            <a:ext cx="504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Panel chair: Wanda Testowa-Przyklad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648000" y="648000"/>
            <a:ext cx="5184000" cy="576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20000" y="1800000"/>
            <a:ext cx="504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Reserve price 250,000 EUR, agreed 12 April.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720000" y="1800000"/>
            <a:ext cx="2520000" cy="432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720000" y="2880000"/>
            <a:ext cx="5040000" cy="432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pl-PL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20000" y="2880000"/>
            <a:ext cx="504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Scores are on the banner, in front of it.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20000" y="3960000"/>
            <a:ext cx="5040000" cy="4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l-PL" sz="1800" spc="-1" strike="noStrike">
                <a:solidFill>
                  <a:srgbClr val="000000"/>
                </a:solidFill>
                <a:latin typeface="Arial"/>
              </a:rPr>
              <a:t>Decision published on 30 April.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pl-PL</dc:language>
  <cp:lastModifiedBy>Marek Zapasowy-Przyklad</cp:lastModifiedBy>
  <cp:revision>0</cp:revision>
  <dc:subject/>
  <dc:title/>
</cp:coreProperties>
</file>